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[cover] 封面：论文原标题(+中文意译)、会议/年份、作者单位、汇报人与日期。读别人论文时汇报人与作者分开写。不要放摘要。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[section] 章节页：章节号 + 这一部分要回答的问题。停留 10–20 秒。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[read] 读论文页：顶部论文出处，要点 ≤3 条，底部黑色结论横幅。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[read] 读论文页：顶部论文出处，要点 ≤3 条，底部黑色结论横幅。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[references] 参考文献：只列正文引用过的，格式统一。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【発表タイトル】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【著者 · 所属】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0A0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【会議 年月】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88920"/>
            <a:ext cx="146304" cy="914400"/>
          </a:xfrm>
          <a:prstGeom prst="rect">
            <a:avLst/>
          </a:prstGeom>
          <a:solidFill>
            <a:srgbClr val="1E5B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697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【セクション名】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0A0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【論文タイトル [著者+, 会議'年]】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530352"/>
            <a:ext cx="109728" cy="5669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9082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【結論タイトル + </a:t>
            </a:r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E5B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キーワード</a:t>
            </a:r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80015" y="27432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EFEFEF"/>
          </a:solidFill>
          <a:ln/>
        </p:spPr>
      </p:sp>
      <p:sp>
        <p:nvSpPr>
          <p:cNvPr id="6" name="Text 4"/>
          <p:cNvSpPr/>
          <p:nvPr/>
        </p:nvSpPr>
        <p:spPr>
          <a:xfrm>
            <a:off x="10180015" y="2743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00:00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0A0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【要点 1：一文で】</a:t>
            </a:r>
            <a:endParaRPr lang="en-US" sz="2000" dirty="0"/>
          </a:p>
          <a:p>
            <a:pPr algn="l" lvl="2" indent="0" marL="0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600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【要点 1：一文で】</a:t>
            </a:r>
            <a:endParaRPr lang="en-US" sz="2000" dirty="0"/>
          </a:p>
          <a:p>
            <a:pPr algn="l" marL="228600" indent="-228600">
              <a:lnSpc>
                <a:spcPct val="115000"/>
              </a:lnSpc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【要点 2：一文で】</a:t>
            </a:r>
            <a:endParaRPr lang="en-US" sz="2000" dirty="0"/>
          </a:p>
        </p:txBody>
      </p:sp>
      <p:pic>
        <p:nvPicPr>
          <p:cNvPr id="9" name="Image 0" descr="/workspace/work/ps/repo/paper-ppt/styles/_sample-figures/fig-metho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3154680"/>
            <a:ext cx="9418320" cy="23774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5669280"/>
            <a:ext cx="11094415" cy="5669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566928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結論：【一文で】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B6B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【論文タイトル [著者+, 会議'年]】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530352"/>
            <a:ext cx="109728" cy="5669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9082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【結論タイトル + </a:t>
            </a:r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E5B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キーワード</a:t>
            </a:r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362895" y="868680"/>
            <a:ext cx="1188720" cy="38404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6" name="Text 4"/>
          <p:cNvSpPr/>
          <p:nvPr/>
        </p:nvSpPr>
        <p:spPr>
          <a:xfrm>
            <a:off x="10362895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0A0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5000"/>
              </a:lnSpc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【要点 1：一文で】</a:t>
            </a:r>
            <a:endParaRPr lang="en-US" sz="2000" dirty="0"/>
          </a:p>
        </p:txBody>
      </p:sp>
      <p:pic>
        <p:nvPicPr>
          <p:cNvPr id="9" name="Image 0" descr="/workspace/work/ps/repo/paper-ppt/styles/_sample-figures/fig-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3154680"/>
            <a:ext cx="94183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56692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9082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参考文献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0A0A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[1] 【著者. タイトル. 会議 年.】</a:t>
            </a:r>
            <a:endParaRPr lang="en-US" sz="1400" dirty="0"/>
          </a:p>
          <a:p>
            <a:pPr algn="l" indent="0" marL="0">
              <a:lnSpc>
                <a:spcPct val="115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[2] 【著者. タイトル. 会議 年.】</a:t>
            </a:r>
            <a:endParaRPr lang="en-US" sz="1400" dirty="0"/>
          </a:p>
          <a:p>
            <a:pPr algn="l" indent="0" marL="0">
              <a:lnSpc>
                <a:spcPct val="115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26262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[3] 【著者. タイトル. 会議 年.】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JP Gothic · 日韩技术发表 template</dc:title>
  <dc:subject>PptxGenJS Presentation</dc:subject>
  <dc:creator>PptxGenJS</dc:creator>
  <cp:lastModifiedBy>PptxGenJS</cp:lastModifiedBy>
  <cp:revision>1</cp:revision>
  <dcterms:created xsi:type="dcterms:W3CDTF">2026-10-08T11:42:03Z</dcterms:created>
  <dcterms:modified xsi:type="dcterms:W3CDTF">2026-10-08T11:42:03Z</dcterms:modified>
</cp:coreProperties>
</file>