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[questions] 问题式提纲：用 2–4 个问题组织全场，每部分开头高亮当前问题。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[buildSteps] 方法总览/逐步构建：同一张主图在后续页复用，只高亮当前模块；说明这一页新增了什么。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[figureNotes] 图 + 要点：标题写结论；要点只解释图里看不出的东西；注明图源。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[equation] 公式页：一个核心式，逐项标注符号含义；推导放备份页。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[result] 主结果：标题 = 结论 + 关键数字；标出基线、方向（↑/↓）、比较条件与 Table/Fig 出处。一页只证明一件事。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[closing] 结尾：takeaway / 局限 / 开放问题，不要只写“谢谢”。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82880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&lt;Paper / talk title&gt;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&lt;Authors · Affiliation&gt;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&lt;Venue Year&gt;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120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&lt;Presented by name&gt;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20240" y="2377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&lt;Item 1, ≤5 words&gt;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3200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&lt;Item 2, ≤5 words&gt;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&lt;Item 3, ≤5 words&gt;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&lt;Section name&gt;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&lt;Question this part answers&gt;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1670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43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13243" y="3200400"/>
            <a:ext cx="320040" cy="914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79003" y="2743200"/>
            <a:ext cx="1670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9003" y="2743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94966" y="3200400"/>
            <a:ext cx="320040" cy="914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60726" y="2743200"/>
            <a:ext cx="1670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0726" y="2743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76689" y="3200400"/>
            <a:ext cx="320040" cy="914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42449" y="2743200"/>
            <a:ext cx="1670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2449" y="2743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58412" y="3200400"/>
            <a:ext cx="320040" cy="914"/>
          </a:xfrm>
          <a:prstGeom prst="line">
            <a:avLst/>
          </a:prstGeom>
          <a:noFill/>
          <a:ln w="15875">
            <a:solidFill>
              <a:srgbClr val="D0D0D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24172" y="2743200"/>
            <a:ext cx="167024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4172" y="274320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&lt;What is new on this slide&gt;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97135" y="393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[Source]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Figure: &lt;paper Fig./Table no.&gt;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Image 0" descr="/workspace/work/ps/repo/paper-ppt/styles/_sample-figures/fig-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22376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0" y="1508760"/>
            <a:ext cx="355061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1400"/>
              </a:spcBef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1: ≤15 words&gt;</a:t>
            </a:r>
            <a:endParaRPr lang="en-US" sz="2000" dirty="0"/>
          </a:p>
          <a:p>
            <a:pPr algn="l" marL="228600" indent="-228600">
              <a:lnSpc>
                <a:spcPct val="115000"/>
              </a:lnSpc>
              <a:spcBef>
                <a:spcPts val="1400"/>
              </a:spcBef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2: ≤15 words&gt;</a:t>
            </a:r>
            <a:endParaRPr lang="en-US" sz="2000" dirty="0"/>
          </a:p>
          <a:p>
            <a:pPr algn="l" marL="228600" indent="-228600">
              <a:lnSpc>
                <a:spcPct val="115000"/>
              </a:lnSpc>
              <a:spcBef>
                <a:spcPts val="1400"/>
              </a:spcBef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3: ≤15 words&gt;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163928" y="5577840"/>
            <a:ext cx="7863840" cy="566928"/>
          </a:xfrm>
          <a:prstGeom prst="rect">
            <a:avLst/>
          </a:prstGeom>
          <a:ln w="1905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01088" y="55778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&lt;One-line takeaway&gt;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9784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1800"/>
              </a:spcBef>
              <a:buNone/>
            </a:pPr>
            <a:r>
              <a:rPr lang="en-US" sz="2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want:   y = f_L( ... f_1(x) )   for every token</a:t>
            </a:r>
            <a:endParaRPr lang="en-US" sz="2600" dirty="0"/>
          </a:p>
          <a:p>
            <a:pPr algn="l" indent="0" marL="0">
              <a:lnSpc>
                <a:spcPct val="115000"/>
              </a:lnSpc>
              <a:spcBef>
                <a:spcPts val="1800"/>
              </a:spcBef>
              <a:buNone/>
            </a:pPr>
            <a:r>
              <a:rPr lang="en-US" sz="2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do:       y = r(x) · f_deep(x) + (1 − r(x)) · f_shallow(x)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 flipH="1">
            <a:off x="5669280" y="2880360"/>
            <a:ext cx="457200" cy="868680"/>
          </a:xfrm>
          <a:prstGeom prst="line">
            <a:avLst/>
          </a:prstGeom>
          <a:noFill/>
          <a:ln w="12700">
            <a:solidFill>
              <a:srgbClr val="2563A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38912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56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score r(x)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78240" y="2880360"/>
            <a:ext cx="457200" cy="868680"/>
          </a:xfrm>
          <a:prstGeom prst="line">
            <a:avLst/>
          </a:prstGeom>
          <a:noFill/>
          <a:ln w="12700">
            <a:solidFill>
              <a:srgbClr val="2563A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95528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56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cheap path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475488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800"/>
              </a:spcBef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1: ≤15 words&gt;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357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97135" y="393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[Source]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Figure: &lt;paper Fig./Table no.&gt;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pic>
        <p:nvPicPr>
          <p:cNvPr id="6" name="Image 0" descr="/workspace/work/ps/repo/paper-ppt/styles/_sample-figures/fig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768096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2423160"/>
            <a:ext cx="2956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+X%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0" y="3246120"/>
            <a:ext cx="2956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&lt;compared to what, under which setting&gt;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0" y="4343400"/>
            <a:ext cx="2956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&lt;Conditions: data, seeds, hardware&gt;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2200"/>
              </a:spcBef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1: ≤15 words&gt;</a:t>
            </a:r>
            <a:endParaRPr lang="en-US" sz="2200" dirty="0"/>
          </a:p>
          <a:p>
            <a:pPr algn="l" marL="228600" indent="-228600">
              <a:lnSpc>
                <a:spcPct val="115000"/>
              </a:lnSpc>
              <a:spcBef>
                <a:spcPts val="2200"/>
              </a:spcBef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2: ≤15 words&gt;</a:t>
            </a:r>
            <a:endParaRPr lang="en-US" sz="2200" dirty="0"/>
          </a:p>
          <a:p>
            <a:pPr algn="l" marL="228600" indent="-228600">
              <a:lnSpc>
                <a:spcPct val="115000"/>
              </a:lnSpc>
              <a:spcBef>
                <a:spcPts val="2200"/>
              </a:spcBef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&lt;Point 3: ≤15 words&gt;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· 海外组会 / 会议 template</dc:title>
  <dc:subject>PptxGenJS Presentation</dc:subject>
  <dc:creator>PptxGenJS</dc:creator>
  <cp:lastModifiedBy>PptxGenJS</cp:lastModifiedBy>
  <cp:revision>1</cp:revision>
  <dcterms:created xsi:type="dcterms:W3CDTF">2026-10-08T11:42:02Z</dcterms:created>
  <dcterms:modified xsi:type="dcterms:W3CDTF">2026-10-08T11:42:02Z</dcterms:modified>
</cp:coreProperties>
</file>