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[cover] 封面：论文原标题(+中文意译)、会议/年份、作者单位、汇报人与日期。读别人论文时汇报人与作者分开写。不要放摘要。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[section] 章节页：章节号 + 这一部分要回答的问题。停留 10–20 秒。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[focus] 聚焦页：主图中当前讲的模块高亮、其余变暗。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[explain] 解释页：一张图 + 一句看图要点。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[statement] 陈述页：一个反直觉观察或结论 + 一个支撑数字。
详见 references/page-content-guide.md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251960"/>
          </a:xfrm>
          <a:prstGeom prst="rect">
            <a:avLst/>
          </a:prstGeom>
          <a:solidFill>
            <a:srgbClr val="3DE0E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51960"/>
            <a:ext cx="12191695" cy="2606040"/>
          </a:xfrm>
          <a:prstGeom prst="rect">
            <a:avLst/>
          </a:prstGeom>
          <a:solidFill>
            <a:srgbClr val="F5E66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X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097280"/>
            <a:ext cx="9875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&lt;Paper / talk title&gt;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800" b="1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&lt;Authors · Affiliation&gt;</a:t>
            </a:r>
            <a:endParaRPr lang="en-US" sz="1800" dirty="0"/>
          </a:p>
          <a:p>
            <a:pPr algn="l" indent="0" marL="0">
              <a:lnSpc>
                <a:spcPct val="115000"/>
              </a:lnSpc>
              <a:spcBef>
                <a:spcPts val="400"/>
              </a:spcBef>
              <a:buNone/>
            </a:pPr>
            <a:r>
              <a:rPr lang="en-US" sz="1800" dirty="0">
                <a:solidFill>
                  <a:srgbClr val="0B0C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&lt;Venue Year&gt;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600" dirty="0">
                <a:solidFill>
                  <a:srgbClr val="3A3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822960" y="29260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800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&lt;Section name&gt;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3D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05840" y="2743200"/>
            <a:ext cx="3088538" cy="1143000"/>
          </a:xfrm>
          <a:prstGeom prst="roundRect">
            <a:avLst>
              <a:gd name="adj" fmla="val 8000"/>
            </a:avLst>
          </a:prstGeom>
          <a:ln w="12700">
            <a:solidFill>
              <a:srgbClr val="3A3F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743200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3A3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 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49242" y="3314700"/>
            <a:ext cx="347472" cy="914"/>
          </a:xfrm>
          <a:prstGeom prst="line">
            <a:avLst/>
          </a:prstGeom>
          <a:noFill/>
          <a:ln w="15875">
            <a:solidFill>
              <a:srgbClr val="3A3F4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51578" y="2743200"/>
            <a:ext cx="3088538" cy="1143000"/>
          </a:xfrm>
          <a:prstGeom prst="roundRect">
            <a:avLst>
              <a:gd name="adj" fmla="val 8000"/>
            </a:avLst>
          </a:prstGeom>
          <a:solidFill>
            <a:srgbClr val="23272E"/>
          </a:solidFill>
          <a:ln w="254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1578" y="2743200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 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94981" y="3314700"/>
            <a:ext cx="347472" cy="914"/>
          </a:xfrm>
          <a:prstGeom prst="line">
            <a:avLst/>
          </a:prstGeom>
          <a:noFill/>
          <a:ln w="15875">
            <a:solidFill>
              <a:srgbClr val="3A3F47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8097317" y="2743200"/>
            <a:ext cx="3088538" cy="1143000"/>
          </a:xfrm>
          <a:prstGeom prst="roundRect">
            <a:avLst>
              <a:gd name="adj" fmla="val 8000"/>
            </a:avLst>
          </a:prstGeom>
          <a:ln w="12700">
            <a:solidFill>
              <a:srgbClr val="3A3F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7317" y="2743200"/>
            <a:ext cx="30885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3A3F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 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4389120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8A90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&lt;Caption: what to look at&gt;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&lt;Claim of this slide + </a:t>
            </a:r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3D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keyword</a:t>
            </a:r>
            <a:pPr algn="l"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73152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</p:spPr>
      </p:sp>
      <p:pic>
        <p:nvPicPr>
          <p:cNvPr id="5" name="Image 0" descr="/workspace/work/ps/repo/paper-ppt/styles/_sample-figures/fig-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463040"/>
            <a:ext cx="7040880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 flipH="1">
            <a:off x="8183880" y="2743200"/>
            <a:ext cx="731520" cy="914"/>
          </a:xfrm>
          <a:prstGeom prst="line">
            <a:avLst/>
          </a:prstGeom>
          <a:noFill/>
          <a:ln w="25400">
            <a:solidFill>
              <a:srgbClr val="3DE0E0"/>
            </a:solidFill>
            <a:prstDash val="solid"/>
            <a:tailEnd type="triangle"/>
          </a:ln>
        </p:spPr>
      </p:sp>
      <p:sp>
        <p:nvSpPr>
          <p:cNvPr id="7" name="Text 4"/>
          <p:cNvSpPr/>
          <p:nvPr/>
        </p:nvSpPr>
        <p:spPr>
          <a:xfrm>
            <a:off x="9052560" y="210312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3D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&lt;What to notice in the figure&gt;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7280" y="1463040"/>
            <a:ext cx="9966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&lt;One statement with the </a:t>
            </a:r>
            <a:pPr algn="ctr"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3D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number</a:t>
            </a:r>
            <a:pPr algn="ctr" indent="0" marL="0">
              <a:lnSpc>
                <a:spcPct val="115000"/>
              </a:lnSpc>
              <a:buNone/>
            </a:pPr>
            <a:r>
              <a:rPr lang="en-US" sz="4000" dirty="0">
                <a:solidFill>
                  <a:srgbClr val="F2F4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&gt;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097280" y="47548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5E6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&lt;Attribution&gt;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64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Tech · 深色科技发布会 template</dc:title>
  <dc:subject>PptxGenJS Presentation</dc:subject>
  <dc:creator>PptxGenJS</dc:creator>
  <cp:lastModifiedBy>PptxGenJS</cp:lastModifiedBy>
  <cp:revision>1</cp:revision>
  <dcterms:created xsi:type="dcterms:W3CDTF">2026-10-08T11:42:02Z</dcterms:created>
  <dcterms:modified xsi:type="dcterms:W3CDTF">2026-10-08T11:42:02Z</dcterms:modified>
</cp:coreProperties>
</file>