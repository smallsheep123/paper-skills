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[insights] Insight 卡：动机→设计逐页累积，当前卡高亮；顶部/底部追踪条显示所处阶段。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[insights] Insight 卡：动机→设计逐页累积，当前卡高亮；顶部/底部追踪条显示所处阶段。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[code] 代码页：≤8 行，高亮关键一行，旁边写这行的意义。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[resultRatio] 结果比值：一个大数字（如 9.6×）+ 比较对象 + 越高/越低越好 + 实验条件。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[banner] 结论横幅：图 + 底部一句 takeaway。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&lt;Paper / talk title&gt;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&lt;Authors · Affiliation&gt;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&lt;Venue Year&gt;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&lt;code / project link&gt;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6" name="Text 4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pic>
        <p:nvPicPr>
          <p:cNvPr id="9" name="Image 0" descr="/workspace/work/ps/repo/paper-ppt/styles/_sample-figures/fig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5669280" cy="4480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75120" y="1325880"/>
            <a:ext cx="4967935" cy="91440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325880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#1  &lt;Point 1&gt;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&lt;one-line explanation&gt;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675120" y="2404872"/>
            <a:ext cx="4967935" cy="914400"/>
          </a:xfrm>
          <a:prstGeom prst="roundRect">
            <a:avLst>
              <a:gd name="adj" fmla="val 10000"/>
            </a:avLst>
          </a:prstGeom>
          <a:solidFill>
            <a:srgbClr val="FDE8E2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404872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#2  &lt;Point 2&gt;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&lt;one-line explanation&gt;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pic>
        <p:nvPicPr>
          <p:cNvPr id="9" name="Image 0" descr="/workspace/work/ps/repo/paper-ppt/styles/_sample-figures/fig-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5669280" cy="4480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75120" y="1325880"/>
            <a:ext cx="4967935" cy="91440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325880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#1  &lt;Point 1&gt;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&lt;one-line explanation&gt;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675120" y="2404872"/>
            <a:ext cx="4967935" cy="91440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2404872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#2  &lt;Point 2&gt;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&lt;one-line explanation&gt;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75120" y="3483864"/>
            <a:ext cx="4967935" cy="914400"/>
          </a:xfrm>
          <a:prstGeom prst="roundRect">
            <a:avLst>
              <a:gd name="adj" fmla="val 10000"/>
            </a:avLst>
          </a:prstGeom>
          <a:solidFill>
            <a:srgbClr val="E2F5EA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3483864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#3  &lt;Point 3&gt;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&lt;one-line explanation&gt;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863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score(rack, task):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cpu_fit(rack, task) + mem_fit(rack, task)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-= alpha * uplink_util(rack)   # new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max(racks, key=lambda r: score(r, task))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892808"/>
            <a:ext cx="7680960" cy="292608"/>
          </a:xfrm>
          <a:prstGeom prst="rect">
            <a:avLst/>
          </a:prstGeom>
          <a:ln w="19050">
            <a:solidFill>
              <a:srgbClr val="F6C3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463040"/>
            <a:ext cx="3017520" cy="1280160"/>
          </a:xfrm>
          <a:prstGeom prst="roundRect">
            <a:avLst>
              <a:gd name="adj" fmla="val 8571"/>
            </a:avLst>
          </a:prstGeom>
          <a:solidFill>
            <a:srgbClr val="F6C343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&lt;What the highlighted line does&gt;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C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&lt;Talk title · Speaker&gt;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6" name="Text 4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pic>
        <p:nvPicPr>
          <p:cNvPr id="9" name="Image 0" descr="/workspace/work/ps/repo/paper-ppt/styles/_sample-figures/fig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758952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 flipV="1">
            <a:off x="8686800" y="1828800"/>
            <a:ext cx="914" cy="173736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8915400" y="1737360"/>
            <a:ext cx="2727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X×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915400" y="2697480"/>
            <a:ext cx="2727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&lt;improvement over baseline&gt;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03920" y="393192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 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503920" y="4480560"/>
            <a:ext cx="3139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&lt;Conditions: data, seeds, hardware&gt;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6" name="Text 4"/>
          <p:cNvSpPr/>
          <p:nvPr/>
        </p:nvSpPr>
        <p:spPr>
          <a:xfrm>
            <a:off x="4063898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8127797" y="6473952"/>
            <a:ext cx="4063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pic>
        <p:nvPicPr>
          <p:cNvPr id="9" name="Image 0" descr="/workspace/work/ps/repo/paper-ppt/styles/_sample-figures/fig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234440"/>
            <a:ext cx="996696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5257800"/>
            <a:ext cx="12191695" cy="7315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&lt;One-line takeaway&gt;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Talk · 系统顶会报告 template</dc:title>
  <dc:subject>PptxGenJS Presentation</dc:subject>
  <dc:creator>PptxGenJS</dc:creator>
  <cp:lastModifiedBy>PptxGenJS</cp:lastModifiedBy>
  <cp:revision>1</cp:revision>
  <dcterms:created xsi:type="dcterms:W3CDTF">2026-10-08T11:42:02Z</dcterms:created>
  <dcterms:modified xsi:type="dcterms:W3CDTF">2026-10-08T11:42:02Z</dcterms:modified>
</cp:coreProperties>
</file>