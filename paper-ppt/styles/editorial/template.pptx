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[hero] 主视觉页：一图一句话，适合动机或概念引入。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[chips] 要点卡片：3–4 个并列要点，每个标题 + 一行解释。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[quote] 引语页：一句话的设计目标或观点，注明出处。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work/ps/repo/paper-ppt/styles/_sample-figures/fig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457200"/>
            <a:ext cx="996696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spc="150" kern="0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&lt;Paper / talk title&gt;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&lt;Authors · Affiliation&gt;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&lt;Section name&gt;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641848" y="3840480"/>
            <a:ext cx="914400" cy="36576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A99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C855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&lt;Question this part answers&gt;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A99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100" dirty="0"/>
          </a:p>
        </p:txBody>
      </p:sp>
      <p:pic>
        <p:nvPicPr>
          <p:cNvPr id="5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691640"/>
            <a:ext cx="96012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760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7D776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&lt;Caption: what to look at&gt;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C855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A99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1828800"/>
            <a:ext cx="1143000" cy="1143000"/>
          </a:xfrm>
          <a:prstGeom prst="ellipse">
            <a:avLst/>
          </a:prstGeom>
          <a:solidFill>
            <a:srgbClr val="F6DED7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C855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&lt;Point 1&gt;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&lt;one-line explanation&gt;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1143000" cy="1143000"/>
          </a:xfrm>
          <a:prstGeom prst="ellipse">
            <a:avLst/>
          </a:prstGeom>
          <a:solidFill>
            <a:srgbClr val="E7E2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8E7D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0" y="1783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&lt;Point 2&gt;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&lt;one-line explanation&gt;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3749040"/>
            <a:ext cx="1143000" cy="1143000"/>
          </a:xfrm>
          <a:prstGeom prst="ellipse">
            <a:avLst/>
          </a:prstGeom>
          <a:solidFill>
            <a:srgbClr val="D9ECE7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7490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3E8E7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34640" y="3703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&lt;Point 3&gt;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&lt;one-line explanation&gt;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3749040"/>
            <a:ext cx="1143000" cy="1143000"/>
          </a:xfrm>
          <a:prstGeom prst="ellipse">
            <a:avLst/>
          </a:prstGeom>
          <a:solidFill>
            <a:srgbClr val="F7EBC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490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D9A44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0" y="3703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&lt;Point 4&gt;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&lt;one-line explanation&gt;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22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dirty="0">
                <a:solidFill>
                  <a:srgbClr val="C855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737360" y="1737360"/>
            <a:ext cx="8778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200" i="1" dirty="0">
                <a:solidFill>
                  <a:srgbClr val="2B2B2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&lt;A quote or design goal&gt;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37360" y="4572000"/>
            <a:ext cx="914400" cy="36576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47548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&lt;Attribution&gt;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A99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Editorial · 插画杂志风 template</dc:title>
  <dc:subject>PptxGenJS Presentation</dc:subject>
  <dc:creator>PptxGenJS</dc:creator>
  <cp:lastModifiedBy>PptxGenJS</cp:lastModifiedBy>
  <cp:revision>1</cp:revision>
  <dcterms:created xsi:type="dcterms:W3CDTF">2026-10-08T11:42:03Z</dcterms:created>
  <dcterms:modified xsi:type="dcterms:W3CDTF">2026-10-08T11:42:03Z</dcterms:modified>
</cp:coreProperties>
</file>