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[outline] 提纲：≤5 项，每项 ≤10 字；后续章节页回显并高亮当前项。10 页以内可省。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[blocks] 定理/问题/例子色块：先问题、再结论（定理）、再例子；证明放备份页。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[symbols] 符号配色：每个对象一个颜色，后续文字和图里保持一致。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&lt;Paper / talk title&gt;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37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&lt;Question this part answers&gt;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0515600" cy="27432"/>
          </a:xfrm>
          <a:prstGeom prst="rect">
            <a:avLst/>
          </a:prstGeom>
          <a:solidFill>
            <a:srgbClr val="EB81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&lt;Authors · Affiliation&gt;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6B737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&lt;Venue Year&gt;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D3D6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68680"/>
            <a:ext cx="3047924" cy="45720"/>
          </a:xfrm>
          <a:prstGeom prst="rect">
            <a:avLst/>
          </a:prstGeom>
          <a:solidFill>
            <a:srgbClr val="EB811B"/>
          </a:solidFill>
          <a:ln/>
        </p:spPr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1.  &lt;Item 1, ≤5 words&gt;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B811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2.  &lt;Item 2, ≤5 words&gt;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3.  &lt;Item 3, ≤5 words&gt;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4.  &lt;Item 4, ≤5 words&gt;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651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&lt;Section name&gt;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3611880"/>
            <a:ext cx="9418320" cy="36576"/>
          </a:xfrm>
          <a:prstGeom prst="rect">
            <a:avLst/>
          </a:prstGeom>
          <a:solidFill>
            <a:srgbClr val="D3D6D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3611880"/>
            <a:ext cx="3767328" cy="36576"/>
          </a:xfrm>
          <a:prstGeom prst="rect">
            <a:avLst/>
          </a:prstGeom>
          <a:solidFill>
            <a:srgbClr val="EB811B"/>
          </a:solidFill>
          <a:ln/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EB811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&gt;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D3D6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68680"/>
            <a:ext cx="6095848" cy="45720"/>
          </a:xfrm>
          <a:prstGeom prst="rect">
            <a:avLst/>
          </a:prstGeom>
          <a:solidFill>
            <a:srgbClr val="EB811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&lt;Talk title · Speaker&gt;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10698480" cy="384048"/>
          </a:xfrm>
          <a:prstGeom prst="rect">
            <a:avLst/>
          </a:prstGeom>
          <a:solidFill>
            <a:srgbClr val="B835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3444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10698480" cy="713232"/>
          </a:xfrm>
          <a:prstGeom prst="rect">
            <a:avLst/>
          </a:prstGeom>
          <a:solidFill>
            <a:srgbClr val="EDEFF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6420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&lt;one-line explanation&gt;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0698480" cy="38404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603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Theorem (&lt;Point 2: ≤15 words&gt;)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10698480" cy="987552"/>
          </a:xfrm>
          <a:prstGeom prst="rect">
            <a:avLst/>
          </a:prstGeom>
          <a:solidFill>
            <a:srgbClr val="EDEFF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90088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&lt;one-line explanation&gt;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698480" cy="384048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544568"/>
            <a:ext cx="10698480" cy="713232"/>
          </a:xfrm>
          <a:prstGeom prst="rect">
            <a:avLst/>
          </a:prstGeom>
          <a:solidFill>
            <a:srgbClr val="EDEFF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9028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73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&lt;one-line explanation&gt;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EB811B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&gt;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D3D6D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68680"/>
            <a:ext cx="7315017" cy="45720"/>
          </a:xfrm>
          <a:prstGeom prst="rect">
            <a:avLst/>
          </a:prstGeom>
          <a:solidFill>
            <a:srgbClr val="EB811B"/>
          </a:solidFill>
          <a:ln/>
        </p:spPr>
      </p:sp>
      <p:sp>
        <p:nvSpPr>
          <p:cNvPr id="6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9AD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2337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&lt;Point 1: ≤15 words&gt;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926080" y="31272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0175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 — the sketch (r × n, r ≪ n)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3813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471A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37033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— original instance (n rows)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44988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29954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x — the unknown, never sketched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26080" y="51846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B9770E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50749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 — targets, sketched with the same 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B737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&lt;Symbol legend note&gt;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Beamer · Metropolis 式理论报告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