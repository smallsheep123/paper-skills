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[cover] 封面：论文原标题(+中文意译)、会议/年份、作者单位、汇报人与日期。读别人论文时汇报人与作者分开写。不要放摘要。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[outline] 提纲：≤5 项，每项 ≤10 字；后续章节页回显并高亮当前项。10 页以内可省。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[section] 章节页：章节号 + 这一部分要回答的问题。停留 10–20 秒。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[paperGlance] 一页看懂：目标 / 难点 / 方法一句话 / 主结果一个数，配论文总览图。单独拿出去也能看懂论文做了什么。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[method] 方法细节：它解决什么问题 → 怎么做 → 为什么有效。图占 ≥50%，≤4 条要点，公式只留 1 个核心式。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[result] 主结果：标题 = 结论 + 关键数字；标出基线、方向（↑/↓）、比较条件与 Table/Fig 出处。一页只证明一件事。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[summary] 总结 + 讨论：3 条结论回扣贡献页 + 2–3 个具体讨论问题。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[thanks] 致谢 / Q&amp;A：可与总结或讨论页合并。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173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【论文原标题】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【中文意译 / 副标题】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【会议/期刊 年份 · 作者 · 单位】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4160520"/>
            <a:ext cx="2679192" cy="91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汇报人：【汇报人】</a:t>
            </a:r>
            <a:endParaRPr lang="en-US" sz="1600" dirty="0"/>
          </a:p>
          <a:p>
            <a:pPr algn="ctr"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【课题组】组会</a:t>
            </a:r>
            <a:endParaRPr lang="en-US" sz="1600" dirty="0"/>
          </a:p>
          <a:p>
            <a:pPr algn="ctr"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【日期】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0584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865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94415" cy="91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【课题组】组会 · 【汇报人】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22128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34640" y="2103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【第 1 项，≤10 字】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011680" y="29900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2990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34640" y="2880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【第 2 项，≤10 字】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011680" y="376732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3767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3464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【第 3 项，≤10 字】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011680" y="454456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0" y="4544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834640" y="4434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【第 4 项，≤10 字】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1031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0" b="1" dirty="0">
                <a:solidFill>
                  <a:srgbClr val="DCE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3383280" y="2514600"/>
            <a:ext cx="73152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23317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【章节名】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0" y="31546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【副标题：这一部分要回答的问题】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【课题组】组会 · 【汇报人】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0584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8305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X、【结论式标题 + 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74175" y="521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[出处]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1094415" cy="91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【课题组】组会 · 【汇报人】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920240" y="13258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【目标：≤25 字】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18928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核心挑战：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920240" y="1892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【难点：≤25 字】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245973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本文方法：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920240" y="24597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【方法一句话：≤25 字】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280160" y="3200400"/>
            <a:ext cx="9601200" cy="2880360"/>
          </a:xfrm>
          <a:prstGeom prst="roundRect">
            <a:avLst>
              <a:gd name="adj" fmla="val 1905"/>
            </a:avLst>
          </a:prstGeom>
          <a:solidFill>
            <a:srgbClr val="F2F2F2"/>
          </a:solidFill>
          <a:ln/>
        </p:spPr>
      </p:sp>
      <p:pic>
        <p:nvPicPr>
          <p:cNvPr id="15" name="Image 0" descr="/workspace/work/ps/repo/paper-ppt/styles/_sample-figures/fig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3310128"/>
            <a:ext cx="9326880" cy="23774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80160" y="569671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X  【图注：说明看哪里】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0584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8305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X、【结论式标题 + 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74175" y="521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[出处]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1094415" cy="91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【课题组】组会 · 【汇报人】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949440" cy="4663440"/>
          </a:xfrm>
          <a:prstGeom prst="roundRect">
            <a:avLst>
              <a:gd name="adj" fmla="val 1176"/>
            </a:avLst>
          </a:prstGeom>
          <a:solidFill>
            <a:srgbClr val="F2F2F2"/>
          </a:solidFill>
          <a:ln/>
        </p:spPr>
      </p:sp>
      <p:pic>
        <p:nvPicPr>
          <p:cNvPr id="9" name="Image 0" descr="/workspace/work/ps/repo/paper-ppt/styles/_sample-figures/fig-metho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481328"/>
            <a:ext cx="6675120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65099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X  【图注：说明看哪里】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09560" y="155448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Bef>
                <a:spcPts val="1600"/>
              </a:spcBef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【要点 1，含 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】</a:t>
            </a:r>
            <a:endParaRPr lang="en-US" sz="1900" dirty="0"/>
          </a:p>
          <a:p>
            <a:pPr algn="l" marL="228600" indent="-228600">
              <a:lnSpc>
                <a:spcPct val="115000"/>
              </a:lnSpc>
              <a:spcBef>
                <a:spcPts val="1600"/>
              </a:spcBef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【要点 2，含 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】</a:t>
            </a:r>
            <a:endParaRPr lang="en-US" sz="1900" dirty="0"/>
          </a:p>
          <a:p>
            <a:pPr algn="l" marL="228600" indent="-228600">
              <a:lnSpc>
                <a:spcPct val="115000"/>
              </a:lnSpc>
              <a:spcBef>
                <a:spcPts val="1600"/>
              </a:spcBef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【要点 3，含 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】</a:t>
            </a:r>
            <a:endParaRPr lang="en-US" sz="1900" dirty="0"/>
          </a:p>
          <a:p>
            <a:pPr algn="l" marL="228600" indent="-228600">
              <a:lnSpc>
                <a:spcPct val="115000"/>
              </a:lnSpc>
              <a:spcBef>
                <a:spcPts val="1600"/>
              </a:spcBef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【要点 4，含 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】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0584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8305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X、【结论式标题 + 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74175" y="521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[出处]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1094415" cy="91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【课题组】组会 · 【汇报人】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7498080" cy="4663440"/>
          </a:xfrm>
          <a:prstGeom prst="roundRect">
            <a:avLst>
              <a:gd name="adj" fmla="val 1176"/>
            </a:avLst>
          </a:prstGeom>
          <a:solidFill>
            <a:srgbClr val="F2F2F2"/>
          </a:solidFill>
          <a:ln/>
        </p:spPr>
      </p:sp>
      <p:pic>
        <p:nvPicPr>
          <p:cNvPr id="9" name="Image 0" descr="/workspace/work/ps/repo/paper-ppt/styles/_sample-figures/fig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481328"/>
            <a:ext cx="7223760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6509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X  【图注：说明看哪里】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58200" y="2194560"/>
            <a:ext cx="3184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+X%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8458200" y="2971800"/>
            <a:ext cx="3184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【比较条件：相对谁、什么设置】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58200" y="4023360"/>
            <a:ext cx="3184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【要点 1，含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】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【要点 2，含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】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【要点 3，含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】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0584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865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总结与讨论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94415" cy="91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【课题组】组会 · 【汇报人】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本文结论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257800" cy="914"/>
          </a:xfrm>
          <a:prstGeom prst="line">
            <a:avLst/>
          </a:prstGeom>
          <a:noFill/>
          <a:ln w="19050">
            <a:solidFill>
              <a:srgbClr val="DCE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Bef>
                <a:spcPts val="1200"/>
              </a:spcBef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【结论 1】</a:t>
            </a:r>
            <a:endParaRPr lang="en-US" sz="1700" dirty="0"/>
          </a:p>
          <a:p>
            <a:pPr algn="l" marL="228600" indent="-228600">
              <a:lnSpc>
                <a:spcPct val="115000"/>
              </a:lnSpc>
              <a:spcBef>
                <a:spcPts val="1200"/>
              </a:spcBef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【结论 2】</a:t>
            </a:r>
            <a:endParaRPr lang="en-US" sz="1700" dirty="0"/>
          </a:p>
          <a:p>
            <a:pPr algn="l" marL="228600" indent="-228600">
              <a:lnSpc>
                <a:spcPct val="115000"/>
              </a:lnSpc>
              <a:spcBef>
                <a:spcPts val="1200"/>
              </a:spcBef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【结论 3】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14630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思考与讨论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46520" y="1965960"/>
            <a:ext cx="5257800" cy="914"/>
          </a:xfrm>
          <a:prstGeom prst="line">
            <a:avLst/>
          </a:prstGeom>
          <a:noFill/>
          <a:ln w="19050">
            <a:solidFill>
              <a:srgbClr val="DCE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14884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Bef>
                <a:spcPts val="1200"/>
              </a:spcBef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【讨论问题 1】</a:t>
            </a:r>
            <a:endParaRPr lang="en-US" sz="1700" dirty="0"/>
          </a:p>
          <a:p>
            <a:pPr algn="l" marL="228600" indent="-228600">
              <a:lnSpc>
                <a:spcPct val="115000"/>
              </a:lnSpc>
              <a:spcBef>
                <a:spcPts val="1200"/>
              </a:spcBef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【讨论问题 2】</a:t>
            </a:r>
            <a:endParaRPr lang="en-US" sz="1700" dirty="0"/>
          </a:p>
          <a:p>
            <a:pPr algn="l" marL="228600" indent="-228600">
              <a:lnSpc>
                <a:spcPct val="115000"/>
              </a:lnSpc>
              <a:spcBef>
                <a:spcPts val="1200"/>
              </a:spcBef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【讨论问题 3】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恳请各位老师和同学批评指正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【课题组】组会 · 【汇报人】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Domestic · 国内组会 / 学术报告 template</dc:title>
  <dc:subject>PptxGenJS Presentation</dc:subject>
  <dc:creator>PptxGenJS</dc:creator>
  <cp:lastModifiedBy>PptxGenJS</cp:lastModifiedBy>
  <cp:revision>1</cp:revision>
  <dcterms:created xsi:type="dcterms:W3CDTF">2026-10-08T11:42:02Z</dcterms:created>
  <dcterms:modified xsi:type="dcterms:W3CDTF">2026-10-08T11:42:02Z</dcterms:modified>
</cp:coreProperties>
</file>