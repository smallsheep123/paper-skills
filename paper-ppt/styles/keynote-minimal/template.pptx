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[cover] 封面：论文原标题(+中文意译)、会议/年份、作者单位、汇报人与日期。读别人论文时汇报人与作者分开写。不要放摘要。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[statement] 陈述页：一个反直觉观察或结论 + 一个支撑数字。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[section] 章节页：章节号 + 这一部分要回答的问题。停留 10–20 秒。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[focus] 聚焦页：主图中当前讲的模块高亮、其余变暗。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[figure] 图页：标题写结论，副标题写一句解释；图注说明看哪里。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[closing] 结尾：takeaway / 局限 / 开放问题，不要只写“谢谢”。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&lt;Paper / talk title&gt;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7A7A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&lt;Question this part answers&gt;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4434840"/>
            <a:ext cx="1097280" cy="7315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&lt;Authors · Affiliation&gt;</a:t>
            </a:r>
            <a:endParaRPr lang="en-US" sz="1600" dirty="0"/>
          </a:p>
          <a:p>
            <a:pPr algn="l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&lt;Venue Year&gt;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D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2354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&lt;Claim subtitle&gt;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8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&lt;Point 1: ≤15 words&gt;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&lt;Point 2: ≤15 words&gt;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332720" cy="2377440"/>
          </a:xfrm>
          <a:prstGeom prst="roundRect">
            <a:avLst>
              <a:gd name="adj" fmla="val 6923"/>
            </a:avLst>
          </a:prstGeom>
          <a:solidFill>
            <a:srgbClr val="FFC233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971800"/>
            <a:ext cx="9784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&lt;One statement with the </a:t>
            </a:r>
            <a:pPr algn="ctr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D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number</a:t>
            </a:r>
            <a:pPr algn="ctr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200" kern="0" dirty="0">
                <a:solidFill>
                  <a:srgbClr val="D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&lt;Section name&gt;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8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D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2354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&lt;Claim subtitle&gt;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8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2743200"/>
            <a:ext cx="1670243" cy="1143000"/>
          </a:xfrm>
          <a:prstGeom prst="roundRect">
            <a:avLst>
              <a:gd name="adj" fmla="val 8000"/>
            </a:avLst>
          </a:prstGeom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43200"/>
            <a:ext cx="167024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6D6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30947" y="3314700"/>
            <a:ext cx="347472" cy="914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33283" y="2743200"/>
            <a:ext cx="1670243" cy="1143000"/>
          </a:xfrm>
          <a:prstGeom prst="roundRect">
            <a:avLst>
              <a:gd name="adj" fmla="val 8000"/>
            </a:avLst>
          </a:prstGeom>
          <a:ln w="1270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3283" y="2743200"/>
            <a:ext cx="167024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6D6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 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58390" y="3314700"/>
            <a:ext cx="347472" cy="914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60726" y="2743200"/>
            <a:ext cx="1670243" cy="114300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25400">
            <a:solidFill>
              <a:srgbClr val="2F6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0726" y="2743200"/>
            <a:ext cx="167024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 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85833" y="3314700"/>
            <a:ext cx="347472" cy="914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88169" y="2743200"/>
            <a:ext cx="1670243" cy="1143000"/>
          </a:xfrm>
          <a:prstGeom prst="roundRect">
            <a:avLst>
              <a:gd name="adj" fmla="val 8000"/>
            </a:avLst>
          </a:prstGeom>
          <a:ln w="12700">
            <a:solidFill>
              <a:srgbClr val="D6D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88169" y="2743200"/>
            <a:ext cx="167024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6D6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 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13276" y="3314700"/>
            <a:ext cx="347472" cy="914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15612" y="2743200"/>
            <a:ext cx="1670243" cy="1143000"/>
          </a:xfrm>
          <a:prstGeom prst="roundRect">
            <a:avLst>
              <a:gd name="adj" fmla="val 8000"/>
            </a:avLst>
          </a:prstGeom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5612" y="2743200"/>
            <a:ext cx="167024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6D6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 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3434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&lt;Caption: what to look at&gt;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D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2354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&lt;Claim subtitle&gt;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8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pic>
        <p:nvPicPr>
          <p:cNvPr id="5" name="Image 0" descr="/workspace/work/ps/repo/paper-ppt/styles/_sample-figures/fig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600200"/>
            <a:ext cx="99669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8978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&lt;Caption: what to look at&gt;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D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8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D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920240" y="1783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&lt;Point 1: ≤15 words&gt;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D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920240" y="3108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&lt;Point 2: ≤15 words&gt;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D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920240" y="4434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&lt;Point 3: ≤15 words&gt;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Keynote Minimal · 白底极简发布会式 template</dc:title>
  <dc:subject>PptxGenJS Presentation</dc:subject>
  <dc:creator>PptxGenJS</dc:creator>
  <cp:lastModifiedBy>PptxGenJS</cp:lastModifiedBy>
  <cp:revision>1</cp:revision>
  <dcterms:created xsi:type="dcterms:W3CDTF">2026-10-08T11:42:02Z</dcterms:created>
  <dcterms:modified xsi:type="dcterms:W3CDTF">2026-10-08T11:42:02Z</dcterms:modified>
</cp:coreProperties>
</file>